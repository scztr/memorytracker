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43071bdf4a49fc" /><Relationship Type="http://schemas.openxmlformats.org/officeDocument/2006/relationships/extended-properties" Target="/docProps/app.xml" Id="Rbb4c3f354f4743cd" /><Relationship Type="http://schemas.openxmlformats.org/officeDocument/2006/relationships/officeDocument" Target="/ppt/presentation.xml" Id="R740e813ef7604e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4fe20890d4ca5"/>
  </p:sldMasterIdLst>
  <p:notesMasterIdLst>
    <p:notesMasterId xmlns:r="http://schemas.openxmlformats.org/officeDocument/2006/relationships" r:id="Rf8606a2f8725480e"/>
  </p:notesMasterIdLst>
  <p:sldIdLst>
    <p:sldId xmlns:r="http://schemas.openxmlformats.org/officeDocument/2006/relationships" id="256" r:id="R170b4ad9f3074633"/>
    <p:sldId xmlns:r="http://schemas.openxmlformats.org/officeDocument/2006/relationships" id="257" r:id="Rfc00d1fbc91349d2"/>
    <p:sldId xmlns:r="http://schemas.openxmlformats.org/officeDocument/2006/relationships" id="258" r:id="Rf1402192e5014f66"/>
    <p:sldId xmlns:r="http://schemas.openxmlformats.org/officeDocument/2006/relationships" id="259" r:id="R66b0b19328764b83"/>
    <p:sldId xmlns:r="http://schemas.openxmlformats.org/officeDocument/2006/relationships" id="260" r:id="R94dc42f5343649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613c29bb641fc" /><Relationship Type="http://schemas.openxmlformats.org/officeDocument/2006/relationships/slideMaster" Target="/ppt/slideMasters/slideMaster1.xml" Id="R4364fe20890d4ca5" /><Relationship Type="http://schemas.openxmlformats.org/officeDocument/2006/relationships/notesMaster" Target="/ppt/notesMasters/notesMaster1.xml" Id="Rf8606a2f8725480e" /><Relationship Type="http://schemas.openxmlformats.org/officeDocument/2006/relationships/presProps" Target="/ppt/presProps.xml" Id="Raefa6a3be1a14852" /><Relationship Type="http://schemas.openxmlformats.org/officeDocument/2006/relationships/tableStyles" Target="/ppt/tableStyles.xml" Id="R3c523f53b8f74837" /><Relationship Type="http://schemas.openxmlformats.org/officeDocument/2006/relationships/slide" Target="/ppt/slides/slide1.xml" Id="R170b4ad9f3074633" /><Relationship Type="http://schemas.openxmlformats.org/officeDocument/2006/relationships/slide" Target="/ppt/slides/slide2.xml" Id="Rfc00d1fbc91349d2" /><Relationship Type="http://schemas.openxmlformats.org/officeDocument/2006/relationships/slide" Target="/ppt/slides/slide3.xml" Id="Rf1402192e5014f66" /><Relationship Type="http://schemas.openxmlformats.org/officeDocument/2006/relationships/slide" Target="/ppt/slides/slide4.xml" Id="R66b0b19328764b83" /><Relationship Type="http://schemas.openxmlformats.org/officeDocument/2006/relationships/slide" Target="/ppt/slides/slide5.xml" Id="R94dc42f5343649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978d9e24b3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3d7dc33894215" /><Relationship Type="http://schemas.openxmlformats.org/officeDocument/2006/relationships/notesMaster" Target="/ppt/notesMasters/notesMaster1.xml" Id="Rb7383c0071bf4e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743307801d4f38" /><Relationship Type="http://schemas.openxmlformats.org/officeDocument/2006/relationships/notesMaster" Target="/ppt/notesMasters/notesMaster1.xml" Id="Rc5940bbf8c3b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cf1b29133b41b5" /><Relationship Type="http://schemas.openxmlformats.org/officeDocument/2006/relationships/notesMaster" Target="/ppt/notesMasters/notesMaster1.xml" Id="R03b8821507bb41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2bb9bec03a40c1" /><Relationship Type="http://schemas.openxmlformats.org/officeDocument/2006/relationships/notesMaster" Target="/ppt/notesMasters/notesMaster1.xml" Id="Re5ea888cc34741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e38fa466ed4894" /><Relationship Type="http://schemas.openxmlformats.org/officeDocument/2006/relationships/notesMaster" Target="/ppt/notesMasters/notesMaster1.xml" Id="R27e027d4c5d544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c10da4c9f44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c18f7249845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500f24a0246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f078a9f6245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86ddecddc45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8cfc303074e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75C807-CD94-4D7B-8781-A7538906B8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F5C4E3-AF27-4CC9-8556-093AD359B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B6E8CF-1558-4521-9B39-D7D690D42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50FF0E-F8A2-46E0-91A6-6DA3D48491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153D28-3ED7-4720-B596-4B1133EA69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52C63A-6149-41CB-9908-61EB33EEB4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E769AB-86C1-4C2F-BC7E-B1F4952042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737FBD-F7E8-4FEF-B48C-F2C0538A00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641632-9F37-490D-B687-B1A9AA08E6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95894D-E83E-4A8D-9B0C-7828AFC29F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a8d773305b44fd" /><Relationship Type="http://schemas.openxmlformats.org/officeDocument/2006/relationships/slideLayout" Target="/ppt/slideLayouts/slideLayout1.xml" Id="R8ce33e97dfe0439e" /><Relationship Type="http://schemas.openxmlformats.org/officeDocument/2006/relationships/slideLayout" Target="/ppt/slideLayouts/slideLayout2.xml" Id="R44810e95c3b949ae" /><Relationship Type="http://schemas.openxmlformats.org/officeDocument/2006/relationships/slideLayout" Target="/ppt/slideLayouts/slideLayout3.xml" Id="R45b95f0b593848c2" /><Relationship Type="http://schemas.openxmlformats.org/officeDocument/2006/relationships/slideLayout" Target="/ppt/slideLayouts/slideLayout4.xml" Id="Rc2984a262c604864" /><Relationship Type="http://schemas.openxmlformats.org/officeDocument/2006/relationships/slideLayout" Target="/ppt/slideLayouts/slideLayout5.xml" Id="Refc5af6578cf4af1" /><Relationship Type="http://schemas.openxmlformats.org/officeDocument/2006/relationships/slideLayout" Target="/ppt/slideLayouts/slideLayout6.xml" Id="R06a406717dd3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e33e97dfe0439e"/>
    <p:sldLayoutId xmlns:r="http://schemas.openxmlformats.org/officeDocument/2006/relationships" id="2147483650" r:id="R44810e95c3b949ae"/>
    <p:sldLayoutId xmlns:r="http://schemas.openxmlformats.org/officeDocument/2006/relationships" id="2147483651" r:id="R45b95f0b593848c2"/>
    <p:sldLayoutId xmlns:r="http://schemas.openxmlformats.org/officeDocument/2006/relationships" id="2147483652" r:id="Rc2984a262c604864"/>
    <p:sldLayoutId xmlns:r="http://schemas.openxmlformats.org/officeDocument/2006/relationships" id="2147483653" r:id="Refc5af6578cf4af1"/>
    <p:sldLayoutId xmlns:r="http://schemas.openxmlformats.org/officeDocument/2006/relationships" id="2147483654" r:id="R06a406717dd3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494c463094ce9" /><Relationship Type="http://schemas.openxmlformats.org/officeDocument/2006/relationships/notesSlide" Target="/ppt/notesSlides/notesSlide1.xml" Id="R9d870a7cc0fb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653adefac47bc" /><Relationship Type="http://schemas.openxmlformats.org/officeDocument/2006/relationships/notesSlide" Target="/ppt/notesSlides/notesSlide2.xml" Id="R33b8cfdb8af84f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b6f72643341b5" /><Relationship Type="http://schemas.openxmlformats.org/officeDocument/2006/relationships/notesSlide" Target="/ppt/notesSlides/notesSlide3.xml" Id="R0d132f6a77a7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d1d01b5674c83" /><Relationship Type="http://schemas.openxmlformats.org/officeDocument/2006/relationships/notesSlide" Target="/ppt/notesSlides/notesSlide4.xml" Id="R0b0eb9109054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54563195540c7" /><Relationship Type="http://schemas.openxmlformats.org/officeDocument/2006/relationships/notesSlide" Target="/ppt/notesSlides/notesSlide5.xml" Id="Rff3e8a7ca0fa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D2A83-5BC6-4939-AAC7-A31294B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MemoryTracker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33521-8587-495D-803A-A0BE271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Облік динамічно виділеної пам’яті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59394-CB9E-4E7D-AC9F-C4AB6A0B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Відстеження malloc / free та звіт</a:t>
            </a:r>
          </a:p>
          <a:p xmlns:a="http://schemas.openxmlformats.org/drawingml/2006/main">
            <a:pPr>
              <a:buNone/>
              <a:defRPr sz="22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про незвільнені блоки пам’яті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CCDDA-C6F4-49B8-A514-471ADA0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E1B7"/>
                </a:solidFill>
                <a:latin typeface="Arial"/>
                <a:ea typeface="Arial"/>
                <a:cs typeface="Arial"/>
              </a:rPr>
              <a:t>Команда: Скирда Владислав і Рябченко Михайло</a:t>
            </a:r>
          </a:p>
        </p:txBody>
      </p:sp>
    </p:spTree>
    <p:extLst>
      <p:ext uri="{BB962C8B-B14F-4D97-AF65-F5344CB8AC3E}">
        <p14:creationId xmlns:p14="http://schemas.microsoft.com/office/powerpoint/2010/main" val="635970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2722F-7480-4AB9-A77B-9A5D185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Мета проєкту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A7DCA-BBD0-4573-9324-8223A08B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Допомогти розробнику знайти пам’ять,</a:t>
            </a:r>
          </a:p>
          <a:p xmlns:a="http://schemas.openxmlformats.org/drawingml/2006/main">
            <a:pPr>
              <a:buNone/>
              <a:defRPr sz="300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яку програма не звільнила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CAFAA-68BB-4179-934D-9EBCFBDB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49961-292B-460D-95CC-302FC24C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7662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Після malloc розробник може пропустити free,</a:t>
            </a:r>
          </a:p>
          <a:p xmlns:a="http://schemas.openxmlformats.org/drawingml/2006/main">
            <a:pPr>
              <a:buNone/>
              <a:defRPr sz="21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особливо в гілках обробки помилок.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A1372-B5DE-4892-A293-48A76E9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Запланований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8088C-3209-480B-9B69-229B719B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1012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Звіт із розміром блоку та місцем його виділення:</a:t>
            </a:r>
          </a:p>
          <a:p xmlns:a="http://schemas.openxmlformats.org/drawingml/2006/main">
            <a:pPr>
              <a:buNone/>
              <a:defRPr sz="21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назвою файлу й номером рядка.</a:t>
            </a:r>
          </a:p>
        </p:txBody>
      </p:sp>
    </p:spTree>
    <p:extLst>
      <p:ext uri="{BB962C8B-B14F-4D97-AF65-F5344CB8AC3E}">
        <p14:creationId xmlns:p14="http://schemas.microsoft.com/office/powerpoint/2010/main" val="914585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81868-C4B6-45D0-AC78-2175A16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Практичне застосування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3D586-F6F5-456C-B527-6DB79AE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38A25-C3A2-43F9-8DFD-2D5EC8D1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Навчальні роботи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EFE5A-ADCA-4252-8552-8F6A7518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1932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Перевірка правильності використання malloc і free.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3D072-B7EB-42CD-8337-965562A3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51D22-DDC1-44A9-AEB8-47A172BC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Тестування функцій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08563-AEA6-49EE-AE98-9ED690B5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Пошук пропущеного звільнення після помилки</a:t>
            </a:r>
          </a:p>
          <a:p xmlns:a="http://schemas.openxmlformats.org/drawingml/2006/main">
            <a:pPr>
              <a:buNone/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або дострокового виходу.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62382-6132-4FCE-8B13-1A5A2341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7A776-D610-4668-B8BE-FFE46691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243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Налагодження модулів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A95B5-D43A-4266-B9C9-84D1C59E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8157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Перевірка, чи звільнив модуль свої ресурси</a:t>
            </a:r>
          </a:p>
          <a:p xmlns:a="http://schemas.openxmlformats.org/drawingml/2006/main">
            <a:pPr>
              <a:buNone/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після завершення роботи.</a:t>
            </a:r>
          </a:p>
        </p:txBody>
      </p:sp>
    </p:spTree>
    <p:extLst>
      <p:ext uri="{BB962C8B-B14F-4D97-AF65-F5344CB8AC3E}">
        <p14:creationId xmlns:p14="http://schemas.microsoft.com/office/powerpoint/2010/main" val="1536770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A52F4-3375-4CD7-93BB-AE9E4BF9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План реалізації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70FCD-B36A-4C17-BE12-6D447C86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MT_MALLOC(size)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5A07A-4B26-4DE8-B39A-96063EAD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6212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Виклик malloc і реєстрація успішного виділення.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9D648-14E0-4D60-A356-6D4C872C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MT_FREE(ptr)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F7298-4EBE-4B31-8E5E-441E6F54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384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Звільнення блоку та видалення запису з таблиці.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92FA-DA72-4EB4-9C14-6F2713D5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mt_report()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DC25F-5517-4629-A335-868E3BB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1477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Перелік активних записів і сума їхніх розмірів.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ECE92-9E16-4DEC-A02A-5C89D861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Запис: адреса, розмір, файл, рядок</a:t>
            </a:r>
          </a:p>
        </p:txBody>
      </p:sp>
    </p:spTree>
    <p:extLst>
      <p:ext uri="{BB962C8B-B14F-4D97-AF65-F5344CB8AC3E}">
        <p14:creationId xmlns:p14="http://schemas.microsoft.com/office/powerpoint/2010/main" val="43013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FC577-1D7A-4940-AD28-0D821888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Приклад роботи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F55C6-59DD-4082-B898-0A8534F0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Тестовий сценарій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3EEEC-7B76-4BD1-B4A9-61B5BE8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Виділити 100 і 40 байтів.</a:t>
            </a:r>
          </a:p>
          <a:p xmlns:a="http://schemas.openxmlformats.org/drawingml/2006/main">
            <a:pPr>
              <a:buNone/>
              <a:defRPr sz="22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Звільнити блок на 40 байтів.</a:t>
            </a:r>
          </a:p>
          <a:p xmlns:a="http://schemas.openxmlformats.org/drawingml/2006/main">
            <a:pPr>
              <a:buNone/>
              <a:defRPr sz="22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Викликати mt_report().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9EC95-A5B6-4822-9D1D-DD749E0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4E1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4E1B7"/>
                </a:solidFill>
                <a:latin typeface="Arial"/>
                <a:ea typeface="Arial"/>
                <a:cs typeface="Arial"/>
              </a:rPr>
              <a:t>Очікуваний звіт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57577-1AC9-4B3C-B496-5BB904C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main.c:12</a:t>
            </a:r>
          </a:p>
          <a:p xmlns:a="http://schemas.openxmlformats.org/drawingml/2006/main">
            <a:pPr>
              <a:buNone/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Незвільнено: 100 байтів</a:t>
            </a:r>
          </a:p>
          <a:p xmlns:a="http://schemas.openxmlformats.org/drawingml/2006/main">
            <a:pPr>
              <a:buNone/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Усього блоків: 1</a:t>
            </a:r>
          </a:p>
        </p:txBody>
      </p:sp>
    </p:spTree>
    <p:extLst>
      <p:ext uri="{BB962C8B-B14F-4D97-AF65-F5344CB8AC3E}">
        <p14:creationId xmlns:p14="http://schemas.microsoft.com/office/powerpoint/2010/main" val="1208208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2026-10-16T10:29:37.9900000Z</dcterms:created>
  <dcterms:modified xsi:type="dcterms:W3CDTF">2026-10-16T10:29:37.9900000Z</dcterms:modified>
</coreProperties>
</file>